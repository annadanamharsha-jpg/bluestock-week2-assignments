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vardhan" userId="82113d96a2c97f39" providerId="LiveId" clId="{5DDFE663-02A5-4FA9-A527-B4F68FC2D793}"/>
    <pc:docChg chg="modSld">
      <pc:chgData name="harsha vardhan" userId="82113d96a2c97f39" providerId="LiveId" clId="{5DDFE663-02A5-4FA9-A527-B4F68FC2D793}" dt="2026-08-20T10:47:06.470" v="24" actId="1076"/>
      <pc:docMkLst>
        <pc:docMk/>
      </pc:docMkLst>
      <pc:sldChg chg="addSp modSp mod">
        <pc:chgData name="harsha vardhan" userId="82113d96a2c97f39" providerId="LiveId" clId="{5DDFE663-02A5-4FA9-A527-B4F68FC2D793}" dt="2026-08-20T10:47:06.470" v="24" actId="1076"/>
        <pc:sldMkLst>
          <pc:docMk/>
          <pc:sldMk cId="856196070" sldId="256"/>
        </pc:sldMkLst>
        <pc:spChg chg="mod">
          <ac:chgData name="harsha vardhan" userId="82113d96a2c97f39" providerId="LiveId" clId="{5DDFE663-02A5-4FA9-A527-B4F68FC2D793}" dt="2026-08-20T10:46:06.960" v="15" actId="1076"/>
          <ac:spMkLst>
            <pc:docMk/>
            <pc:sldMk cId="856196070" sldId="256"/>
            <ac:spMk id="9" creationId="{BACD76A6-2B6E-3E99-6D57-5AFD52C2BD52}"/>
          </ac:spMkLst>
        </pc:spChg>
        <pc:spChg chg="mod">
          <ac:chgData name="harsha vardhan" userId="82113d96a2c97f39" providerId="LiveId" clId="{5DDFE663-02A5-4FA9-A527-B4F68FC2D793}" dt="2026-08-20T10:46:03.312" v="14" actId="1076"/>
          <ac:spMkLst>
            <pc:docMk/>
            <pc:sldMk cId="856196070" sldId="256"/>
            <ac:spMk id="11" creationId="{7A846DF2-B6FA-F06B-22B6-482A900ECBD0}"/>
          </ac:spMkLst>
        </pc:spChg>
        <pc:spChg chg="mod">
          <ac:chgData name="harsha vardhan" userId="82113d96a2c97f39" providerId="LiveId" clId="{5DDFE663-02A5-4FA9-A527-B4F68FC2D793}" dt="2026-08-20T10:45:59.197" v="13" actId="1076"/>
          <ac:spMkLst>
            <pc:docMk/>
            <pc:sldMk cId="856196070" sldId="256"/>
            <ac:spMk id="13" creationId="{0462F72A-2F6F-6422-7765-82F2CA77D9DC}"/>
          </ac:spMkLst>
        </pc:spChg>
        <pc:spChg chg="mod">
          <ac:chgData name="harsha vardhan" userId="82113d96a2c97f39" providerId="LiveId" clId="{5DDFE663-02A5-4FA9-A527-B4F68FC2D793}" dt="2026-08-20T10:44:56.328" v="2" actId="1076"/>
          <ac:spMkLst>
            <pc:docMk/>
            <pc:sldMk cId="856196070" sldId="256"/>
            <ac:spMk id="15" creationId="{84D05348-1D9C-CA41-30FD-96EB16312BB2}"/>
          </ac:spMkLst>
        </pc:spChg>
        <pc:spChg chg="mod">
          <ac:chgData name="harsha vardhan" userId="82113d96a2c97f39" providerId="LiveId" clId="{5DDFE663-02A5-4FA9-A527-B4F68FC2D793}" dt="2026-08-20T10:45:20.645" v="6" actId="1076"/>
          <ac:spMkLst>
            <pc:docMk/>
            <pc:sldMk cId="856196070" sldId="256"/>
            <ac:spMk id="17" creationId="{192CFC27-C6C4-9E97-E476-523AC3A7D181}"/>
          </ac:spMkLst>
        </pc:spChg>
        <pc:spChg chg="mod">
          <ac:chgData name="harsha vardhan" userId="82113d96a2c97f39" providerId="LiveId" clId="{5DDFE663-02A5-4FA9-A527-B4F68FC2D793}" dt="2026-08-20T10:46:50.832" v="21" actId="1076"/>
          <ac:spMkLst>
            <pc:docMk/>
            <pc:sldMk cId="856196070" sldId="256"/>
            <ac:spMk id="22" creationId="{1E65F367-656D-BF96-C3B1-60EB045B7CB5}"/>
          </ac:spMkLst>
        </pc:spChg>
        <pc:spChg chg="add mod">
          <ac:chgData name="harsha vardhan" userId="82113d96a2c97f39" providerId="LiveId" clId="{5DDFE663-02A5-4FA9-A527-B4F68FC2D793}" dt="2026-08-20T10:47:02.013" v="23" actId="1076"/>
          <ac:spMkLst>
            <pc:docMk/>
            <pc:sldMk cId="856196070" sldId="256"/>
            <ac:spMk id="25" creationId="{F1342E40-40D1-5DE5-A199-057E2F9577DA}"/>
          </ac:spMkLst>
        </pc:spChg>
        <pc:spChg chg="add mod">
          <ac:chgData name="harsha vardhan" userId="82113d96a2c97f39" providerId="LiveId" clId="{5DDFE663-02A5-4FA9-A527-B4F68FC2D793}" dt="2026-08-20T10:46:26.738" v="18" actId="1076"/>
          <ac:spMkLst>
            <pc:docMk/>
            <pc:sldMk cId="856196070" sldId="256"/>
            <ac:spMk id="27" creationId="{CAF5DFC0-8189-421C-D3F9-CFD864197D64}"/>
          </ac:spMkLst>
        </pc:spChg>
        <pc:spChg chg="add mod">
          <ac:chgData name="harsha vardhan" userId="82113d96a2c97f39" providerId="LiveId" clId="{5DDFE663-02A5-4FA9-A527-B4F68FC2D793}" dt="2026-08-20T10:47:06.470" v="24" actId="1076"/>
          <ac:spMkLst>
            <pc:docMk/>
            <pc:sldMk cId="856196070" sldId="256"/>
            <ac:spMk id="29" creationId="{A3C78B84-83C0-E0ED-D839-E0498BE778FF}"/>
          </ac:spMkLst>
        </pc:spChg>
        <pc:spChg chg="add mod">
          <ac:chgData name="harsha vardhan" userId="82113d96a2c97f39" providerId="LiveId" clId="{5DDFE663-02A5-4FA9-A527-B4F68FC2D793}" dt="2026-08-20T10:46:55.436" v="22" actId="1076"/>
          <ac:spMkLst>
            <pc:docMk/>
            <pc:sldMk cId="856196070" sldId="256"/>
            <ac:spMk id="31" creationId="{C1527975-FF5F-0B04-FEF3-809458624552}"/>
          </ac:spMkLst>
        </pc:spChg>
        <pc:spChg chg="add mod">
          <ac:chgData name="harsha vardhan" userId="82113d96a2c97f39" providerId="LiveId" clId="{5DDFE663-02A5-4FA9-A527-B4F68FC2D793}" dt="2026-08-20T10:45:42.853" v="11" actId="1076"/>
          <ac:spMkLst>
            <pc:docMk/>
            <pc:sldMk cId="856196070" sldId="256"/>
            <ac:spMk id="33" creationId="{F4A96D8B-7894-438F-45C9-2AAD122F5BF8}"/>
          </ac:spMkLst>
        </pc:spChg>
        <pc:spChg chg="add mod">
          <ac:chgData name="harsha vardhan" userId="82113d96a2c97f39" providerId="LiveId" clId="{5DDFE663-02A5-4FA9-A527-B4F68FC2D793}" dt="2026-08-20T10:46:35.687" v="20" actId="1076"/>
          <ac:spMkLst>
            <pc:docMk/>
            <pc:sldMk cId="856196070" sldId="256"/>
            <ac:spMk id="35" creationId="{069233C3-D894-5395-2277-3EEC3393A8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4F598-EDB8-2684-F099-E8FF3200B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63EAB-568E-9EBB-2F91-00DC9D36E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17D62-575F-541D-C5A2-B0A8D8508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27A-2C55-4E31-8817-B8690E54E31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CED5E-8FC1-2ED0-1D47-142D20F39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E1964-2BDD-18E6-DE19-7B8BDAF17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32D2-AC50-4A9B-A61F-BAE6C4AF9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508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1191C-FDAD-11C8-2B47-1F943CB4A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C774D-DDF9-D3FB-475D-723E3A04E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16EF1-AB8D-5226-35B1-5790CF8B2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27A-2C55-4E31-8817-B8690E54E31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11210-F1EC-619B-FE00-836F7492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0D91E-DFB4-266F-03BA-9FC05D16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32D2-AC50-4A9B-A61F-BAE6C4AF9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76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6200-E355-4697-85E0-FD94A667A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70358-9A55-D44C-68A4-2B2FF7F5E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722B6-8CF3-9F4F-A03A-6D13DA002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27A-2C55-4E31-8817-B8690E54E31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17E99-E199-54D5-BE71-BDA20E766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7756-2A0F-E232-186A-81E779342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32D2-AC50-4A9B-A61F-BAE6C4AF9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948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22481-1249-984C-8D95-4309EC415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96D85-C872-4014-239B-BFAD55411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02D0B-A277-90C6-844C-2FAE57014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5B6E7-ACCE-13AB-E648-DA8F58538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27A-2C55-4E31-8817-B8690E54E31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583CA-0373-3A9B-CB00-55BFCDA3E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F3EC3-774A-76CF-D383-A72311742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32D2-AC50-4A9B-A61F-BAE6C4AF9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94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712C-3A6F-3499-7D41-BACD9D5C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3161D-5398-CC00-F820-622D63178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3156B-37AA-6946-FBC9-11FF6D3D2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D1582-D730-7797-5F89-FBC3A49FF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D4B288-04DF-1020-70E5-54D1BBBC0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629EF-3468-EEF7-E25A-21133ABF9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27A-2C55-4E31-8817-B8690E54E31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C5DF10-A008-7364-3C40-07A971175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ED83EB-CCC4-8ED0-D48E-76B925B8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32D2-AC50-4A9B-A61F-BAE6C4AF9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637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EBE17-BC8A-ECC6-F1F5-D29ABD91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5BC87B-7D57-9A5B-32BE-8FC78B24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27A-2C55-4E31-8817-B8690E54E31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F0D4D-C8D9-E045-2DA9-02BF95CCE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8237F-F6DC-C549-22BC-F8E88119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32D2-AC50-4A9B-A61F-BAE6C4AF9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871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FD260B-8E85-5C62-52B4-F4A3043BF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27A-2C55-4E31-8817-B8690E54E31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2715CB-E2B5-ABA4-A89F-8B3DCC0DF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B5009-4DD2-6743-7610-ECF40D74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32D2-AC50-4A9B-A61F-BAE6C4AF9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207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3572-14ED-F64C-B647-C3FD22553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2E6EB-9DB8-8ADE-E685-29902E40D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F0B02-AF37-6866-B378-B4BE1D629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E77A9-6534-9C78-8247-1A59AFFB8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27A-2C55-4E31-8817-B8690E54E31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64223-83C9-3502-C1D6-DA1848C3F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04517-C1AC-CC5F-338C-BCA4C84EC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32D2-AC50-4A9B-A61F-BAE6C4AF9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821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835BD-9945-63B6-306B-371B14E59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E9D4FE-FDF6-CD47-3FFF-3A379B5251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641E6-0D54-7B0F-E703-0DEBE8758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E34FB-B2EF-FAC7-8818-09B178489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27A-2C55-4E31-8817-B8690E54E31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E8767-5C6E-2E66-B7DC-044DA9E21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8F2E0-D5E2-A70B-A8AF-47864B5F9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32D2-AC50-4A9B-A61F-BAE6C4AF9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3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47704-13CA-42A9-8BCA-D2E24358F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9E242-4DC1-1EF4-AAAB-A3208163E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C498D-CFD7-EB1B-CEEF-AFC5982CB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27A-2C55-4E31-8817-B8690E54E31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F2A1D-3D3F-C9C4-87F3-8BBAE2D5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5D9F2-5260-7197-FAEF-24C60F9E1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32D2-AC50-4A9B-A61F-BAE6C4AF9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95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591DAE-A408-9E76-FFE1-8576C16FE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2E461-B46C-33DB-ADA2-8C56A2B33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586F2-170E-519F-A981-5A15C867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27A-2C55-4E31-8817-B8690E54E31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5F640-631B-83A5-A56A-302364E2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789AE-5895-C8B6-6478-3CD830EE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32D2-AC50-4A9B-A61F-BAE6C4AF9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20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C56671-5C5E-5E27-6A15-E8E76DCD1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7A74D-AC2A-C93D-A087-6C240FB6B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40916-5E0C-7EA2-0DE3-68A439546C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7D27A-2C55-4E31-8817-B8690E54E311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DE830-F45D-D0E1-C3F9-E2A50731A9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748B5-491E-F5E5-BB5E-D62500186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932D2-AC50-4A9B-A61F-BAE6C4AF9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96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987AED-92B1-C31B-23A3-7C2A7752144A}"/>
              </a:ext>
            </a:extLst>
          </p:cNvPr>
          <p:cNvSpPr/>
          <p:nvPr/>
        </p:nvSpPr>
        <p:spPr>
          <a:xfrm>
            <a:off x="139149" y="2122004"/>
            <a:ext cx="1490870" cy="159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  <a:p>
            <a:pPr algn="ctr"/>
            <a:r>
              <a:rPr lang="en-US" dirty="0"/>
              <a:t>User Action</a:t>
            </a:r>
          </a:p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CD76A6-2B6E-3E99-6D57-5AFD52C2BD52}"/>
              </a:ext>
            </a:extLst>
          </p:cNvPr>
          <p:cNvSpPr/>
          <p:nvPr/>
        </p:nvSpPr>
        <p:spPr>
          <a:xfrm>
            <a:off x="1272208" y="4547153"/>
            <a:ext cx="1490870" cy="159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  <a:p>
            <a:pPr algn="ctr"/>
            <a:r>
              <a:rPr lang="en-US" dirty="0"/>
              <a:t>Data Storage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A846DF2-B6FA-F06B-22B6-482A900ECBD0}"/>
              </a:ext>
            </a:extLst>
          </p:cNvPr>
          <p:cNvSpPr/>
          <p:nvPr/>
        </p:nvSpPr>
        <p:spPr>
          <a:xfrm>
            <a:off x="3853068" y="4547153"/>
            <a:ext cx="1490870" cy="159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Pipeline</a:t>
            </a:r>
          </a:p>
          <a:p>
            <a:pPr algn="ctr"/>
            <a:r>
              <a:rPr lang="en-US" dirty="0"/>
              <a:t>ETL/</a:t>
            </a:r>
            <a:r>
              <a:rPr lang="en-US" dirty="0" err="1"/>
              <a:t>Transfomation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462F72A-2F6F-6422-7765-82F2CA77D9DC}"/>
              </a:ext>
            </a:extLst>
          </p:cNvPr>
          <p:cNvSpPr/>
          <p:nvPr/>
        </p:nvSpPr>
        <p:spPr>
          <a:xfrm>
            <a:off x="6592959" y="4547153"/>
            <a:ext cx="1490870" cy="159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Analytics dashboard</a:t>
            </a:r>
          </a:p>
          <a:p>
            <a:pPr algn="ctr"/>
            <a:r>
              <a:rPr lang="en-US" dirty="0"/>
              <a:t>KPIs &amp; Reports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4D05348-1D9C-CA41-30FD-96EB16312BB2}"/>
              </a:ext>
            </a:extLst>
          </p:cNvPr>
          <p:cNvSpPr/>
          <p:nvPr/>
        </p:nvSpPr>
        <p:spPr>
          <a:xfrm>
            <a:off x="2975118" y="2122004"/>
            <a:ext cx="1490870" cy="159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Frontend Web Application</a:t>
            </a:r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92CFC27-C6C4-9E97-E476-523AC3A7D181}"/>
              </a:ext>
            </a:extLst>
          </p:cNvPr>
          <p:cNvSpPr/>
          <p:nvPr/>
        </p:nvSpPr>
        <p:spPr>
          <a:xfrm>
            <a:off x="6492782" y="2082118"/>
            <a:ext cx="1490870" cy="159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REST API</a:t>
            </a:r>
          </a:p>
          <a:p>
            <a:pPr algn="ctr"/>
            <a:r>
              <a:rPr lang="en-US" dirty="0" err="1"/>
              <a:t>Resquest</a:t>
            </a:r>
            <a:r>
              <a:rPr lang="en-US" dirty="0"/>
              <a:t> / response</a:t>
            </a:r>
          </a:p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E65F367-656D-BF96-C3B1-60EB045B7CB5}"/>
              </a:ext>
            </a:extLst>
          </p:cNvPr>
          <p:cNvSpPr/>
          <p:nvPr/>
        </p:nvSpPr>
        <p:spPr>
          <a:xfrm>
            <a:off x="10010843" y="2064723"/>
            <a:ext cx="1490870" cy="15902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</a:t>
            </a:r>
            <a:r>
              <a:rPr lang="en-US" dirty="0" err="1"/>
              <a:t>Busines</a:t>
            </a:r>
            <a:r>
              <a:rPr lang="en-US" dirty="0"/>
              <a:t> Logic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4774C0-FE30-D39B-D897-9A00B83961F5}"/>
              </a:ext>
            </a:extLst>
          </p:cNvPr>
          <p:cNvSpPr txBox="1"/>
          <p:nvPr/>
        </p:nvSpPr>
        <p:spPr>
          <a:xfrm>
            <a:off x="3680791" y="262498"/>
            <a:ext cx="4974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Software Architecture &amp; Data Flow</a:t>
            </a:r>
            <a:endParaRPr lang="en-IN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8D9DF9-FC11-CC37-C2D2-E8E17E5E24C0}"/>
              </a:ext>
            </a:extLst>
          </p:cNvPr>
          <p:cNvSpPr txBox="1"/>
          <p:nvPr/>
        </p:nvSpPr>
        <p:spPr>
          <a:xfrm>
            <a:off x="3007464" y="983088"/>
            <a:ext cx="6321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Bluestock Fintech Data Analytics Workflow</a:t>
            </a:r>
            <a:endParaRPr lang="en-IN" sz="1600" b="1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1342E40-40D1-5DE5-A199-057E2F9577DA}"/>
              </a:ext>
            </a:extLst>
          </p:cNvPr>
          <p:cNvSpPr/>
          <p:nvPr/>
        </p:nvSpPr>
        <p:spPr>
          <a:xfrm>
            <a:off x="1945156" y="2770530"/>
            <a:ext cx="795130" cy="2932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CAF5DFC0-8189-421C-D3F9-CFD864197D64}"/>
              </a:ext>
            </a:extLst>
          </p:cNvPr>
          <p:cNvSpPr/>
          <p:nvPr/>
        </p:nvSpPr>
        <p:spPr>
          <a:xfrm>
            <a:off x="2990023" y="5112025"/>
            <a:ext cx="795130" cy="2932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A3C78B84-83C0-E0ED-D839-E0498BE778FF}"/>
              </a:ext>
            </a:extLst>
          </p:cNvPr>
          <p:cNvSpPr/>
          <p:nvPr/>
        </p:nvSpPr>
        <p:spPr>
          <a:xfrm>
            <a:off x="329648" y="5121267"/>
            <a:ext cx="795130" cy="2932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C1527975-FF5F-0B04-FEF3-809458624552}"/>
              </a:ext>
            </a:extLst>
          </p:cNvPr>
          <p:cNvSpPr/>
          <p:nvPr/>
        </p:nvSpPr>
        <p:spPr>
          <a:xfrm>
            <a:off x="8655423" y="2770530"/>
            <a:ext cx="795130" cy="2932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F4A96D8B-7894-438F-45C9-2AAD122F5BF8}"/>
              </a:ext>
            </a:extLst>
          </p:cNvPr>
          <p:cNvSpPr/>
          <p:nvPr/>
        </p:nvSpPr>
        <p:spPr>
          <a:xfrm>
            <a:off x="5098385" y="2770531"/>
            <a:ext cx="795130" cy="2932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069233C3-D894-5395-2277-3EEC3393A852}"/>
              </a:ext>
            </a:extLst>
          </p:cNvPr>
          <p:cNvSpPr/>
          <p:nvPr/>
        </p:nvSpPr>
        <p:spPr>
          <a:xfrm>
            <a:off x="5638798" y="5121267"/>
            <a:ext cx="795130" cy="2932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96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37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vardhan</dc:creator>
  <cp:lastModifiedBy>harsha vardhan</cp:lastModifiedBy>
  <cp:revision>1</cp:revision>
  <dcterms:created xsi:type="dcterms:W3CDTF">2026-08-20T10:19:36Z</dcterms:created>
  <dcterms:modified xsi:type="dcterms:W3CDTF">2026-08-20T10:47:10Z</dcterms:modified>
</cp:coreProperties>
</file>